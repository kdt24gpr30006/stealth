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A94EB-24FF-4027-9537-7186D35A7AC7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FDD35-E625-42F5-9D2A-BB18573D3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1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判定処理にこだわり、</a:t>
            </a:r>
            <a:r>
              <a:rPr lang="ja-JP" altLang="en-US" b="1" dirty="0"/>
              <a:t>外積と内積を使った数学的なアプローチ</a:t>
            </a:r>
            <a:r>
              <a:rPr lang="ja-JP" altLang="en-US" dirty="0"/>
              <a:t>を取り入れました。</a:t>
            </a:r>
            <a:br>
              <a:rPr lang="ja-JP" altLang="en-US" dirty="0"/>
            </a:br>
            <a:r>
              <a:rPr lang="ja-JP" altLang="en-US" dirty="0"/>
              <a:t>外積は線分同士の交差判定に使って、壁の当たり判定を正確に行えるようにしています。</a:t>
            </a:r>
            <a:br>
              <a:rPr lang="ja-JP" altLang="en-US" dirty="0"/>
            </a:br>
            <a:r>
              <a:rPr lang="ja-JP" altLang="en-US" dirty="0"/>
              <a:t>内積は敵の視野角判定に使い、プレイヤーがどの方向にいるかを角度で判断できるようにしました。</a:t>
            </a:r>
            <a:br>
              <a:rPr lang="ja-JP" altLang="en-US" dirty="0"/>
            </a:br>
            <a:r>
              <a:rPr lang="ja-JP" altLang="en-US" dirty="0"/>
              <a:t>これにより、</a:t>
            </a:r>
            <a:r>
              <a:rPr lang="ja-JP" altLang="en-US" b="1" dirty="0"/>
              <a:t>自然でリアルな挙動</a:t>
            </a:r>
            <a:r>
              <a:rPr lang="ja-JP" altLang="en-US" dirty="0"/>
              <a:t>を実現していま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FDD35-E625-42F5-9D2A-BB18573D378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402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0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855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3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08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68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06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63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41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6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40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490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0140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97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71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906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97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74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27057AE-8446-480C-B994-28F69F9A1ADA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054ED29-E7D4-4C81-8DB6-2392153415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732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29F61-6B38-3D99-140C-A27D817FF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Shadow Heist</a:t>
            </a:r>
            <a:endParaRPr kumimoji="1" lang="ja-JP" altLang="en-US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9C0792-F90D-B931-6382-151A23B72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73724"/>
            <a:ext cx="9440034" cy="1049867"/>
          </a:xfrm>
        </p:spPr>
        <p:txBody>
          <a:bodyPr/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kdt24gpr30006 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保家蓮人</a:t>
            </a:r>
          </a:p>
        </p:txBody>
      </p:sp>
    </p:spTree>
    <p:extLst>
      <p:ext uri="{BB962C8B-B14F-4D97-AF65-F5344CB8AC3E}">
        <p14:creationId xmlns:p14="http://schemas.microsoft.com/office/powerpoint/2010/main" val="248327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CE0F4ED-152F-5F34-33AB-C237D248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20920"/>
            <a:ext cx="4333242" cy="1696099"/>
          </a:xfrm>
        </p:spPr>
        <p:txBody>
          <a:bodyPr anchor="b">
            <a:normAutofit fontScale="90000"/>
          </a:bodyPr>
          <a:lstStyle/>
          <a:p>
            <a:pPr algn="l"/>
            <a:r>
              <a:rPr kumimoji="1" lang="ja-JP" altLang="en-US" sz="60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ゲームの概要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3CE6CD-C2F0-B5C7-8208-E97C07EA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230" y="2738303"/>
            <a:ext cx="4756728" cy="2502702"/>
          </a:xfrm>
        </p:spPr>
        <p:txBody>
          <a:bodyPr anchor="t">
            <a:normAutofit/>
          </a:bodyPr>
          <a:lstStyle/>
          <a:p>
            <a:pPr lvl="1">
              <a:lnSpc>
                <a:spcPct val="150000"/>
              </a:lnSpc>
            </a:pPr>
            <a:r>
              <a:rPr lang="ja-JP" alt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動いてくる敵の視線をかいくぐってゴールを目指すゲーム</a:t>
            </a:r>
            <a:endParaRPr lang="en-US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endParaRPr lang="en-US" sz="32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pic>
        <p:nvPicPr>
          <p:cNvPr id="5" name="コンテンツ プレースホルダー 4" descr="図形, 多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B624FEF9-9741-238D-7DED-5395E7818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/>
          <a:stretch>
            <a:fillRect/>
          </a:stretch>
        </p:blipFill>
        <p:spPr>
          <a:xfrm>
            <a:off x="6693789" y="603757"/>
            <a:ext cx="30672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7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7DB34-0F06-30AA-8B83-FCD4429D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14775"/>
            <a:ext cx="10353762" cy="970450"/>
          </a:xfrm>
        </p:spPr>
        <p:txBody>
          <a:bodyPr>
            <a:normAutofit/>
          </a:bodyPr>
          <a:lstStyle/>
          <a:p>
            <a:r>
              <a:rPr lang="ja-JP" altLang="en-US" sz="4800" dirty="0"/>
              <a:t>判定処理の実装</a:t>
            </a:r>
            <a:endParaRPr kumimoji="1" lang="ja-JP" altLang="en-US" sz="4800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BB4B070-9A8E-B5CF-8881-478A958E4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7" y="2172661"/>
            <a:ext cx="5210902" cy="4010585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FB7BAB-4107-9433-7B43-23CA2745BABD}"/>
              </a:ext>
            </a:extLst>
          </p:cNvPr>
          <p:cNvSpPr txBox="1"/>
          <p:nvPr/>
        </p:nvSpPr>
        <p:spPr>
          <a:xfrm>
            <a:off x="723373" y="1536097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外積を使った線分同士の判定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3AF978-F53D-193E-A747-9FFEDC0026F0}"/>
              </a:ext>
            </a:extLst>
          </p:cNvPr>
          <p:cNvSpPr txBox="1"/>
          <p:nvPr/>
        </p:nvSpPr>
        <p:spPr>
          <a:xfrm>
            <a:off x="6616019" y="1567333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内積を使った視野角判定の実装</a:t>
            </a:r>
            <a:endParaRPr kumimoji="1"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34A099C-BC7F-7196-ECBC-133CB2B4C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546" y="2301971"/>
            <a:ext cx="4060327" cy="33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1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0CDB41B-E27E-DACF-2047-4DB6ECEF9EFD}"/>
              </a:ext>
            </a:extLst>
          </p:cNvPr>
          <p:cNvSpPr/>
          <p:nvPr/>
        </p:nvSpPr>
        <p:spPr>
          <a:xfrm>
            <a:off x="6086655" y="1616363"/>
            <a:ext cx="5726694" cy="505530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E8C6672-FB8E-FD82-390C-74E1F7779372}"/>
              </a:ext>
            </a:extLst>
          </p:cNvPr>
          <p:cNvSpPr/>
          <p:nvPr/>
        </p:nvSpPr>
        <p:spPr>
          <a:xfrm>
            <a:off x="77002" y="1616364"/>
            <a:ext cx="5755907" cy="505530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コンテンツ プレースホルダー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B3FA6885-2FF6-8F26-478E-1E2FCB3CB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23" y="2227820"/>
            <a:ext cx="4829849" cy="1686160"/>
          </a:xfr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23EE0F6D-9BBF-EB5A-8FA7-9AE1627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37" y="340673"/>
            <a:ext cx="5350996" cy="969963"/>
          </a:xfrm>
        </p:spPr>
        <p:txBody>
          <a:bodyPr/>
          <a:lstStyle/>
          <a:p>
            <a:r>
              <a:rPr lang="ja-JP" altLang="en-US" dirty="0"/>
              <a:t>ゲームの拡張性</a:t>
            </a:r>
            <a:endParaRPr kumimoji="1" lang="ja-JP" altLang="en-US" dirty="0"/>
          </a:p>
        </p:txBody>
      </p:sp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C69C0702-A6FE-4369-14D7-B7FF44136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2" y="3986952"/>
            <a:ext cx="5496692" cy="1448002"/>
          </a:xfrm>
          <a:prstGeom prst="rect">
            <a:avLst/>
          </a:prstGeom>
        </p:spPr>
      </p:pic>
      <p:pic>
        <p:nvPicPr>
          <p:cNvPr id="12" name="図 1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06FB2F7-589D-CBCC-E636-4591271D2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721" y="4903061"/>
            <a:ext cx="3666898" cy="1723197"/>
          </a:xfrm>
          <a:prstGeom prst="rect">
            <a:avLst/>
          </a:prstGeom>
        </p:spPr>
      </p:pic>
      <p:pic>
        <p:nvPicPr>
          <p:cNvPr id="14" name="図 1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B55E42F-F9B3-EEB0-E21C-B84EA2B77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50" y="1836485"/>
            <a:ext cx="2692436" cy="3928174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3ED3A61-B1D3-9ED3-ABD2-905D6071AFCF}"/>
              </a:ext>
            </a:extLst>
          </p:cNvPr>
          <p:cNvSpPr txBox="1"/>
          <p:nvPr/>
        </p:nvSpPr>
        <p:spPr>
          <a:xfrm>
            <a:off x="1447273" y="1767747"/>
            <a:ext cx="2896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敵や壁の情報を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管理</a:t>
            </a:r>
          </a:p>
        </p:txBody>
      </p:sp>
      <p:pic>
        <p:nvPicPr>
          <p:cNvPr id="17" name="図 16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12962E6-CB79-99AA-C100-CA7BE076E2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2" y="5507926"/>
            <a:ext cx="5506218" cy="1009791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A542874-B4AA-2AB8-B66C-7D7FE0F6C792}"/>
              </a:ext>
            </a:extLst>
          </p:cNvPr>
          <p:cNvSpPr txBox="1"/>
          <p:nvPr/>
        </p:nvSpPr>
        <p:spPr>
          <a:xfrm>
            <a:off x="6317673" y="2535144"/>
            <a:ext cx="251811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有限状態機構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を使ってシーンを管理</a:t>
            </a:r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02AAF9-B6AB-2482-3FBA-270474AA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rmAutofit/>
          </a:bodyPr>
          <a:lstStyle/>
          <a:p>
            <a:r>
              <a:rPr kumimoji="1" lang="ja-JP" altLang="en-US" sz="5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29363758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版">
  <a:themeElements>
    <a:clrScheme name="石版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版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版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TM04033929[[fn=石版]]</Template>
  <TotalTime>54</TotalTime>
  <Words>142</Words>
  <Application>Microsoft Office PowerPoint</Application>
  <PresentationFormat>ワイド画面</PresentationFormat>
  <Paragraphs>13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HGP創英角ｺﾞｼｯｸUB</vt:lpstr>
      <vt:lpstr>HGS明朝B</vt:lpstr>
      <vt:lpstr>メイリオ</vt:lpstr>
      <vt:lpstr>游ゴシック</vt:lpstr>
      <vt:lpstr>Calisto MT</vt:lpstr>
      <vt:lpstr>Wingdings 2</vt:lpstr>
      <vt:lpstr>石版</vt:lpstr>
      <vt:lpstr>Shadow Heist</vt:lpstr>
      <vt:lpstr>ゲームの概要</vt:lpstr>
      <vt:lpstr>判定処理の実装</vt:lpstr>
      <vt:lpstr>ゲームの拡張性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保家 蓮人</dc:creator>
  <cp:lastModifiedBy>保家 蓮人</cp:lastModifiedBy>
  <cp:revision>1</cp:revision>
  <dcterms:created xsi:type="dcterms:W3CDTF">2025-10-26T20:07:28Z</dcterms:created>
  <dcterms:modified xsi:type="dcterms:W3CDTF">2025-10-26T21:02:18Z</dcterms:modified>
</cp:coreProperties>
</file>